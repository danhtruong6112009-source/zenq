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/>
</Relationships>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Sz cx="18288000" cy="10287000" type="custom"/>
  <p:sldIdLst>
    <p:sldId id="256" r:id="rId1"/>
    <p:sldId id="257" r:id="rId2"/>
  </p:sldIdLst>
</p:presentation>
</file>

<file path=ppt/_rels/presentation.xml.rels>&#65279;<?xml version="1.0" encoding="UTF-8" standalone="yes"?>
<Relationships xmlns="http://schemas.openxmlformats.org/package/2006/relationships">
  <Relationship Id="rId1" Type="http://schemas.openxmlformats.org/officeDocument/2006/relationships/slide" Target="slides/slide1.xml"/>
  <Relationship Id="rId2" Type="http://schemas.openxmlformats.org/officeDocument/2006/relationships/slide" Target="slides/slide2.xml"/>
</Relationships>
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p16="http://schemas.microsoft.com/office/powerpoint/2015/main">
  <p:cSld>
    <p:spTree>
      <p:nvGrpSpPr>
        <p:cNvPr id="1" name=""/>
        <p:cNvGrpSpPr/>
        <p:grpSpPr/>
      </p:nvGrpSpPr>
      <p:sp>
        <p:nvSpPr>
          <p:cNvPr id="2" name="!!morph_box"/>
          <p:cNvSpPr/>
          <p:nvPr/>
        </p:nvSpPr>
        <p:spPr>
          <a:xfrm>
            <a:off x="1905000" y="2857500"/>
            <a:ext cx="3810000" cy="2857500"/>
          </a:xfrm>
          <a:prstGeom prst="rect">
            <a:avLst/>
          </a:prstGeom>
          <a:solidFill>
            <a:srgbClr val="2563EB"/>
          </a:solidFill>
          <a:ln w="25400">
            <a:solidFill>
              <a:srgbClr val="D24726"/>
            </a:solidFill>
          </a:ln>
        </p:spPr>
        <p:txBody>
          <a:bodyPr/>
          <a:lstStyle/>
          <a:p>
            <a:pPr algn="left"/>
            <a:r>
              <a:rPr sz="2400" b="1" i="0" u="none">
                <a:solidFill>
                  <a:srgbClr val="FFFFFF"/>
                </a:solidFill>
                <a:latin typeface="Segoe UI"/>
              </a:rPr>
              <a:t>Khối Hình A (Morph Start)</a:t>
            </a:r>
          </a:p>
        </p:txBody>
      </p:sp>
    </p:spTree>
  </p:cSld>
  <p:transition spd="med" advClick="1">
    <p14:morph p14:morphMode="obj"/>
  </p:transition>
  <p:timing>
    <p:tnLst>
      <p:par>
        <p:cTn id="1" dur="indefinite" restart="never" nodeType="tmRoot">
          <p:childTnLst>
            <p:par>
              <p:cTn id="2" dur="600" fill="hold">
                <p:stCondLst>
                  <p:cond delay="0"/>
                </p:stCond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p16="http://schemas.microsoft.com/office/powerpoint/2015/main">
  <p:cSld>
    <p:spTree>
      <p:nvGrpSpPr>
        <p:cNvPr id="1" name=""/>
        <p:cNvGrpSpPr/>
        <p:grpSpPr/>
      </p:nvGrpSpPr>
      <p:sp>
        <p:nvSpPr>
          <p:cNvPr id="2" name="Hình cdd7"/>
          <p:cNvSpPr/>
          <p:nvPr/>
        </p:nvSpPr>
        <p:spPr>
          <a:xfrm>
            <a:off x="952500" y="762000"/>
            <a:ext cx="16383000" cy="1143000"/>
          </a:xfrm>
          <a:prstGeom prst="rect">
            <a:avLst/>
          </a:prstGeom>
          <a:noFill/>
        </p:spPr>
        <p:txBody>
          <a:bodyPr/>
          <a:lstStyle/>
          <a:p>
            <a:pPr algn="left"/>
            <a:r>
              <a:rPr sz="3600" b="1" i="0" u="none">
                <a:solidFill>
                  <a:srgbClr val="111111"/>
                </a:solidFill>
                <a:latin typeface="Segoe UI"/>
              </a:rPr>
              <a:t>Tiêu Đề Slide 2</a:t>
            </a:r>
          </a:p>
        </p:txBody>
      </p:sp>
      <p:sp>
        <p:nvSpPr>
          <p:cNvPr id="3" name="Hình c6d7"/>
          <p:cNvSpPr/>
          <p:nvPr/>
        </p:nvSpPr>
        <p:spPr>
          <a:xfrm>
            <a:off x="952500" y="2286000"/>
            <a:ext cx="16383000" cy="6858000"/>
          </a:xfrm>
          <a:prstGeom prst="rect">
            <a:avLst/>
          </a:prstGeom>
          <a:noFill/>
        </p:spPr>
        <p:txBody>
          <a:bodyPr/>
          <a:lstStyle/>
          <a:p>
            <a:pPr algn="left"/>
            <a:r>
              <a:rPr sz="2200" b="0" i="0" u="none">
                <a:solidFill>
                  <a:srgbClr val="666666"/>
                </a:solidFill>
                <a:latin typeface="Segoe UI"/>
              </a:rPr>
              <a:t>Nhấp vào đây để thêm nội dung thuyết trình...</a:t>
            </a:r>
          </a:p>
        </p:txBody>
      </p:sp>
      <p:sp>
        <p:nvSpPr>
          <p:cNvPr id="4" name="!!morph_box"/>
          <p:cNvSpPr/>
          <p:nvPr/>
        </p:nvSpPr>
        <p:spPr>
          <a:xfrm>
            <a:off x="11430000" y="3810000"/>
            <a:ext cx="5238750" cy="4286250"/>
          </a:xfrm>
          <a:prstGeom prst="roundRect">
            <a:avLst/>
          </a:prstGeom>
          <a:solidFill>
            <a:srgbClr val="D24726"/>
          </a:solidFill>
          <a:ln w="25400">
            <a:solidFill>
              <a:srgbClr val="D24726"/>
            </a:solidFill>
          </a:ln>
        </p:spPr>
        <p:txBody>
          <a:bodyPr/>
          <a:lstStyle/>
          <a:p>
            <a:pPr algn="left"/>
            <a:r>
              <a:rPr sz="2800" b="1" i="0" u="none">
                <a:solidFill>
                  <a:srgbClr val="FFFFFF"/>
                </a:solidFill>
                <a:latin typeface="Segoe UI"/>
              </a:rPr>
              <a:t>Khối Hình A (Morph End Transformed)</a:t>
            </a:r>
          </a:p>
        </p:txBody>
      </p:sp>
    </p:spTree>
  </p:cSld>
  <p:transition spd="med" advClick="1">
    <p14:morph p14:morphMode="obj"/>
  </p:transition>
</p:sld>
</file>