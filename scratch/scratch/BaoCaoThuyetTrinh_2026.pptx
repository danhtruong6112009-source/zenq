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  <p:sldId id="257" r:id="rIdSlide2"/>
    <p:sldId id="258" r:id="rIdSlide3"/>
    <p:sldId id="259" r:id="rIdSlide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0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PresProps" Type="http://schemas.openxmlformats.org/officeDocument/2006/relationships/presProps" Target="presProps.xml"/>
  <Relationship Id="rIdViewProps" Type="http://schemas.openxmlformats.org/officeDocument/2006/relationships/viewProps" Target="viewProps.xml"/>
  <Relationship Id="rIdTheme" Type="http://schemas.openxmlformats.org/officeDocument/2006/relationships/theme" Target="theme/theme1.xml"/>
  <Relationship Id="rIdTableStyles" Type="http://schemas.openxmlformats.org/officeDocument/2006/relationships/tableStyles" Target="tableStyles.xml"/>
  <Relationship Id="rIdSlide1" Type="http://schemas.openxmlformats.org/officeDocument/2006/relationships/slide" Target="slides/slide1.xml"/>
  <Relationship Id="rIdSlide2" Type="http://schemas.openxmlformats.org/officeDocument/2006/relationships/slide" Target="slides/slide2.xml"/>
  <Relationship Id="rIdSlide3" Type="http://schemas.openxmlformats.org/officeDocument/2006/relationships/slide" Target="slides/slide3.xml"/>
  <Relationship Id="rIdSlide4" Type="http://schemas.openxmlformats.org/officeDocument/2006/relationships/slide" Target="slides/slide4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93C3F-A15E-4DAF-8515-4C510A319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43D03-C3EC-4FA0-A5F2-4B90FC2C4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CCBB2-6653-4D3E-97BE-DE43DB1C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155BC-CBA6-4283-8E83-1E27D243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F91E5-1CE6-4B5C-B2B8-4FE41877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5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5DA1-0713-4649-8F26-80591181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2C814-FCE0-4C8E-9548-302CEFB32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6266-36D9-4994-914B-7407D22C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7F1C1-1A0A-4BF5-93BD-E3FDEAEF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35F8C-5492-44BE-BB77-45404AED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3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9B4D-6C72-4B9C-A2EC-E837CFAF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3C830-2014-4BB8-8020-55D06DE33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2A5A5-0F2A-40D1-A5E0-F932E4C1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6447-3C9F-4B97-881D-B892E074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2F3B-4886-429F-B2A7-00C0851F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3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83FF-4857-496D-869C-9CC7957A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68E3-9D43-4E89-8231-257A52F96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D3589-E182-439B-AA42-240FB701D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7025E-6253-4531-9CD8-DF5E746C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4F5A-04FA-4C8F-8064-6F216556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FBECF-285F-4ADE-AADC-922FA5F8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6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44C2-A669-415E-A31E-3314541C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C7B3-2842-476C-95AE-31C78BE65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505A4-7FE3-4519-BFB3-164525808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BBBE4-3B51-4E33-B385-8FDAA11AD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9BB09-D7FA-4C96-957D-802AB5F33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2F78E-83EA-418B-856D-5A003C46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8DE3A-9E5E-44C1-8E1A-69EBB64C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30C26-59BA-454F-96B2-9878B811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8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4FB9-63F5-4070-853E-26E11B32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0B131-9C08-4DD4-9411-1CADABD5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CF936-FD21-4F1A-8098-C367FE13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391BD-1C48-4039-83F4-CF0891C0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D7358-B6EA-4134-B4CE-FB078EBD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AF6CA-C3FB-4709-AD88-C87FE016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487B-EC39-46C9-A42A-3E37C5CE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6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43A0-313D-40CA-AF7D-7737EB7D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68C2-1088-4D8F-9B9D-3BF45FA81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70104-4550-47F6-BA21-8585FA60A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53875-A827-47EC-A10A-93900B58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28AA6-DB1D-4B3A-8B57-C82871C7B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FA652-4FF1-4D1F-B207-98625A3F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6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907B-F215-48F9-8285-E8A278AE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43C23-3C08-42BD-9845-BD908F748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57BFC-233A-462A-B7CB-15B3047C7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7609B-49EB-4086-A613-30EA3BB6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5C126-9E72-4EE0-9B5E-CA6BF3870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8FBBD-931A-4D80-AC4A-1335EAD6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7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5A20-D6F3-44ED-BDF5-AABDDDAA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E165B-B82B-4EDD-B8F6-4B15A106B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6D1E2-2E1E-45A7-B709-DC9CE140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758E-DF1A-40AD-B480-2ED7569A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3997D-3C77-4820-835C-6A75390C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0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33B9E-0B4C-48C6-A643-912E50630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79E47-636E-4E16-967A-6C3EB0773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D360D-6FCD-4E3C-BFAF-BBFF69F9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1C9DB-6E48-46A0-A5D7-184C528B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430C0-92CF-4C4F-A248-9AAB138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5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2318B-8FA2-4C8F-884C-093F394AC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F5286-DB08-4AEA-AA6E-F7AFF391B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DE8D-FC79-4B72-A66F-8EE298A0B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0CA2D-1E88-4DFF-822C-09466327B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3A9B7-EA59-4B87-9D26-1515CAB24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3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
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
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bg>
      <p:bgPr>
        <a:gradFill>
          <a:gsLst>
            <a:gs pos="0">
              <a:srgbClr val="0F172A"/>
            </a:gs>
            <a:gs pos="100000">
              <a:srgbClr val="1E3A8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ình ab03"/>
          <p:cNvSpPr/>
          <p:nvPr/>
        </p:nvSpPr>
        <p:spPr>
          <a:xfrm>
            <a:off x="952500" y="1714500"/>
            <a:ext cx="10287000" cy="11430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sz="3300" b="1" i="0" u="none">
                <a:solidFill>
                  <a:srgbClr val="38BDF8"/>
                </a:solidFill>
                <a:latin typeface="Segoe UI"/>
              </a:rPr>
              <a:t>GENOFFICE SLIDES 2026</a:t>
            </a:r>
          </a:p>
        </p:txBody>
      </p:sp>
      <p:sp>
        <p:nvSpPr>
          <p:cNvPr id="3" name="Hình ab53"/>
          <p:cNvSpPr/>
          <p:nvPr/>
        </p:nvSpPr>
        <p:spPr>
          <a:xfrm>
            <a:off x="952500" y="3048000"/>
            <a:ext cx="10287000" cy="9525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sz="1350" b="0" i="0" u="none">
                <a:solidFill>
                  <a:srgbClr val="E2E8F0"/>
                </a:solidFill>
                <a:latin typeface="Segoe UI"/>
              </a:rPr>
              <a:t>NỀN TẢNG THUYẾT TRÌNH THẾ HỆ MỚI</a:t>
            </a:r>
          </a:p>
          <a:p>
            <a:pPr algn="ctr"/>
            <a:r>
              <a:rPr sz="1350" b="0" i="0" u="none">
                <a:solidFill>
                  <a:srgbClr val="E2E8F0"/>
                </a:solidFill>
                <a:latin typeface="Segoe UI"/>
              </a:rPr>
              <a:t>Chuẩn OpenXML PPTX &amp; Hiệu ứng Chuyển cảnh Morph Siêu Mượt</a:t>
            </a:r>
          </a:p>
        </p:txBody>
      </p:sp>
      <p:sp>
        <p:nvSpPr>
          <p:cNvPr id="4" name="Hình 1034"/>
          <p:cNvSpPr/>
          <p:nvPr/>
        </p:nvSpPr>
        <p:spPr>
          <a:xfrm>
            <a:off x="4381500" y="4381500"/>
            <a:ext cx="3429000" cy="47625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60A5FA"/>
            </a:solidFill>
          </a:ln>
        </p:spPr>
        <p:txBody>
          <a:bodyPr anchor="ctr" wrap="square"/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Segoe UI"/>
              </a:rPr>
              <a:t>★ PHIÊN BẢN DOANH NGHIỆP 3.5 ★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ình 25cb"/>
          <p:cNvSpPr/>
          <p:nvPr/>
        </p:nvSpPr>
        <p:spPr>
          <a:xfrm>
            <a:off x="762000" y="571500"/>
            <a:ext cx="10668000" cy="66675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TÍNH NĂNG ĐỘT PHÁ &amp; TỐI ƯU HIỆU NĂNG</a:t>
            </a:r>
          </a:p>
        </p:txBody>
      </p:sp>
      <p:sp>
        <p:nvSpPr>
          <p:cNvPr id="3" name="Hình 7592"/>
          <p:cNvSpPr/>
          <p:nvPr/>
        </p:nvSpPr>
        <p:spPr>
          <a:xfrm>
            <a:off x="762000" y="1619250"/>
            <a:ext cx="3333750" cy="41910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</p:sp>
      <p:sp>
        <p:nvSpPr>
          <p:cNvPr id="4" name="Hình c113"/>
          <p:cNvSpPr/>
          <p:nvPr/>
        </p:nvSpPr>
        <p:spPr>
          <a:xfrm>
            <a:off x="952500" y="1905000"/>
            <a:ext cx="2952750" cy="5715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sz="1350" b="1" i="0" u="none">
                <a:solidFill>
                  <a:srgbClr val="1D4ED8"/>
                </a:solidFill>
                <a:latin typeface="Segoe UI"/>
              </a:rPr>
              <a:t>⚡ Lõi Vector Siêu Tốc</a:t>
            </a:r>
          </a:p>
        </p:txBody>
      </p:sp>
      <p:sp>
        <p:nvSpPr>
          <p:cNvPr id="5" name="Hình d12b"/>
          <p:cNvSpPr/>
          <p:nvPr/>
        </p:nvSpPr>
        <p:spPr>
          <a:xfrm>
            <a:off x="952500" y="2667000"/>
            <a:ext cx="2952750" cy="26670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Segoe UI"/>
              </a:rPr>
              <a:t>Xử lý hàng nghìn đối tượng đồ họa mượt mà ở tốc độ 60 FPS không giật lag.</a:t>
            </a:r>
          </a:p>
        </p:txBody>
      </p:sp>
      <p:sp>
        <p:nvSpPr>
          <p:cNvPr id="6" name="Hình bfdb"/>
          <p:cNvSpPr/>
          <p:nvPr/>
        </p:nvSpPr>
        <p:spPr>
          <a:xfrm>
            <a:off x="4381500" y="1619250"/>
            <a:ext cx="3333750" cy="4191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2C55E"/>
            </a:solidFill>
          </a:ln>
        </p:spPr>
      </p:sp>
      <p:sp>
        <p:nvSpPr>
          <p:cNvPr id="7" name="Hình c53e"/>
          <p:cNvSpPr/>
          <p:nvPr/>
        </p:nvSpPr>
        <p:spPr>
          <a:xfrm>
            <a:off x="4572000" y="1905000"/>
            <a:ext cx="2952750" cy="5715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sz="1350" b="1" i="0" u="none">
                <a:solidFill>
                  <a:srgbClr val="15803D"/>
                </a:solidFill>
                <a:latin typeface="Segoe UI"/>
              </a:rPr>
              <a:t>✨ Chuyển Cảnh Morph</a:t>
            </a:r>
          </a:p>
        </p:txBody>
      </p:sp>
      <p:sp>
        <p:nvSpPr>
          <p:cNvPr id="8" name="Hình c28a"/>
          <p:cNvSpPr/>
          <p:nvPr/>
        </p:nvSpPr>
        <p:spPr>
          <a:xfrm>
            <a:off x="4572000" y="2667000"/>
            <a:ext cx="2952750" cy="26670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Segoe UI"/>
              </a:rPr>
              <a:t>Hiệu ứng biến hình Morph Object/Word mượt mà chuẩn Microsoft PowerPoint.</a:t>
            </a:r>
          </a:p>
        </p:txBody>
      </p:sp>
      <p:sp>
        <p:nvSpPr>
          <p:cNvPr id="9" name="Hình 6fe4"/>
          <p:cNvSpPr/>
          <p:nvPr/>
        </p:nvSpPr>
        <p:spPr>
          <a:xfrm>
            <a:off x="8001000" y="1619250"/>
            <a:ext cx="3333750" cy="41910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F4444"/>
            </a:solidFill>
          </a:ln>
        </p:spPr>
      </p:sp>
      <p:sp>
        <p:nvSpPr>
          <p:cNvPr id="10" name="Hình e516"/>
          <p:cNvSpPr/>
          <p:nvPr/>
        </p:nvSpPr>
        <p:spPr>
          <a:xfrm>
            <a:off x="8191500" y="1905000"/>
            <a:ext cx="2952750" cy="5715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sz="1350" b="1" i="0" u="none">
                <a:solidFill>
                  <a:srgbClr val="B91C1C"/>
                </a:solidFill>
                <a:latin typeface="Segoe UI"/>
              </a:rPr>
              <a:t>🔄 Tương Thích 100% PPTX</a:t>
            </a:r>
          </a:p>
        </p:txBody>
      </p:sp>
      <p:sp>
        <p:nvSpPr>
          <p:cNvPr id="11" name="Hình e23e"/>
          <p:cNvSpPr/>
          <p:nvPr/>
        </p:nvSpPr>
        <p:spPr>
          <a:xfrm>
            <a:off x="8191500" y="2667000"/>
            <a:ext cx="2952750" cy="26670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Segoe UI"/>
              </a:rPr>
              <a:t>Mở, chỉnh sửa và lưu định dạng PresentationML (.pptx) chuẩn xác tuyệt đối.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200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ình cf47"/>
          <p:cNvSpPr/>
          <p:nvPr/>
        </p:nvSpPr>
        <p:spPr>
          <a:xfrm>
            <a:off x="762000" y="476250"/>
            <a:ext cx="10668000" cy="66675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sz="1950" b="1" i="0" u="none">
                <a:solidFill>
                  <a:srgbClr val="38BDF8"/>
                </a:solidFill>
                <a:latin typeface="Segoe UI"/>
              </a:rPr>
              <a:t>BẢNG SO SÁNH THÔNG SỐ HIỆU NĂNG THỰC TẾ</a:t>
            </a:r>
          </a:p>
        </p:txBody>
      </p:sp>
      <p:graphicFrame>
        <p:nvGraphicFramePr>
          <p:cNvPr id="3" name="Hình 64f2"/>
          <p:cNvGraphicFramePr>
            <a:graphicFrameLocks noGrp="1"/>
          </p:cNvGraphicFramePr>
          <p:nvPr/>
        </p:nvGraphicFramePr>
        <p:xfrm>
          <a:off x="762000" y="1428750"/>
          <a:ext cx="10668000" cy="4572000"/>
        </p:xfrm>
        <a:graphic>
          <a:graphicData uri="http://schemas.openxmlformats.org/drawingml/2006/table">
            <a:tbl>
              <a:tblPr firstRow="1" bandRow="1"/>
              <a:tblGrid>
                <a:gridCol w="2667000"/>
                <a:gridCol w="2667000"/>
                <a:gridCol w="2667000"/>
                <a:gridCol w="2667000"/>
              </a:tblGrid>
              <a:tr h="914400">
                <a:tc>
                  <a:txBody>
                    <a:bodyPr anchor="ctr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Chỉ số đánh giá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GenOffice Slides 2026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Phiên bản cũ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Độ cải thiện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914400"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Tốc độ nạp file .pptx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0.45 giây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1.80 giây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Nhanh hơn 400%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Dung lượng RAM tiêu thụ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82 MB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310 MB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Tiết kiệm 73.5%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Tỷ lệ khung hình chuyển cảnh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60 FPS Cố định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30 - 45 FPS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Mượt mà tuyệt đối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14400"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Độ chính xác định dạng OpenXML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100% Pixel-Perfect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85% Cơ bản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Segoe UI"/>
                        </a:rPr>
                        <a:t>Chuẩn quốc tế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 advClick="1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>
  <p:cSld>
    <p:bg>
      <p:bgPr>
        <a:gradFill>
          <a:gsLst>
            <a:gs pos="0">
              <a:srgbClr val="064E3B"/>
            </a:gs>
            <a:gs pos="100000">
              <a:srgbClr val="04785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ình a905"/>
          <p:cNvSpPr/>
          <p:nvPr/>
        </p:nvSpPr>
        <p:spPr>
          <a:xfrm>
            <a:off x="952500" y="1333500"/>
            <a:ext cx="10287000" cy="85725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ctr"/>
            <a:r>
              <a:rPr sz="2700" b="1" i="0" u="none">
                <a:solidFill>
                  <a:srgbClr val="FFFFFF"/>
                </a:solidFill>
                <a:latin typeface="Segoe UI"/>
              </a:rPr>
              <a:t>KẾT LUẬN &amp; ĐỊNH HƯỚNG TRIỂN KHAI</a:t>
            </a:r>
          </a:p>
        </p:txBody>
      </p:sp>
      <p:sp>
        <p:nvSpPr>
          <p:cNvPr id="3" name="Hình 6922"/>
          <p:cNvSpPr/>
          <p:nvPr/>
        </p:nvSpPr>
        <p:spPr>
          <a:xfrm>
            <a:off x="1428750" y="2476500"/>
            <a:ext cx="9334500" cy="2286000"/>
          </a:xfrm>
          <a:prstGeom prst="rect">
            <a:avLst/>
          </a:prstGeom>
          <a:noFill/>
        </p:spPr>
        <p:txBody>
          <a:bodyPr anchor="ctr" wrap="square"/>
          <a:lstStyle/>
          <a:p>
            <a:pPr algn="l"/>
            <a:r>
              <a:rPr sz="1350" b="0" i="0" u="none">
                <a:solidFill>
                  <a:srgbClr val="D1FAE5"/>
                </a:solidFill>
                <a:latin typeface="Segoe UI"/>
              </a:rPr>
              <a:t>✔ Hoàn tất đồng bộ 100% chuẩn OpenXML cho toàn bộ bộ ứng dụng (Word, Excel, PowerPoint).</a:t>
            </a:r>
          </a:p>
          <a:p>
            <a:pPr algn="l"/>
            <a:r>
              <a:rPr sz="1350" b="0" i="0" u="none">
                <a:solidFill>
                  <a:srgbClr val="D1FAE5"/>
                </a:solidFill>
                <a:latin typeface="Segoe UI"/>
              </a:rPr>
              <a:t>✔ Bộ chuyển cảnh Morph &amp; Animations chạy mượt mà trên mọi màn hình độ phân giải 4K.</a:t>
            </a:r>
          </a:p>
          <a:p>
            <a:pPr algn="l"/>
            <a:r>
              <a:rPr sz="1350" b="0" i="0" u="none">
                <a:solidFill>
                  <a:srgbClr val="D1FAE5"/>
                </a:solidFill>
                <a:latin typeface="Segoe UI"/>
              </a:rPr>
              <a:t>✔ Sẵn sàng triển khai mở rộng cho toàn thể doanh nghiệp trong Quý 4/2026.</a:t>
            </a:r>
          </a:p>
        </p:txBody>
      </p:sp>
      <p:sp>
        <p:nvSpPr>
          <p:cNvPr id="4" name="Hình 56a0"/>
          <p:cNvSpPr/>
          <p:nvPr/>
        </p:nvSpPr>
        <p:spPr>
          <a:xfrm>
            <a:off x="4381500" y="5048250"/>
            <a:ext cx="3429000" cy="619125"/>
          </a:xfrm>
          <a:prstGeom prst="roundRect">
            <a:avLst/>
          </a:prstGeom>
          <a:solidFill>
            <a:srgbClr val="34D399"/>
          </a:solidFill>
          <a:ln w="25400">
            <a:solidFill>
              <a:srgbClr val="FFFFFF"/>
            </a:solidFill>
          </a:ln>
        </p:spPr>
        <p:txBody>
          <a:bodyPr anchor="ctr" wrap="square"/>
          <a:lstStyle/>
          <a:p>
            <a:pPr algn="ctr"/>
            <a:r>
              <a:rPr sz="1200" b="1" i="0" u="none">
                <a:solidFill>
                  <a:srgbClr val="064E3B"/>
                </a:solidFill>
                <a:latin typeface="Segoe UI"/>
              </a:rPr>
              <a:t>BẮT ĐẦU SỬ DỤNG NGAY</a:t>
            </a:r>
          </a:p>
        </p:txBody>
      </p:sp>
    </p:spTree>
  </p:cSld>
  <p:clrMapOvr>
    <a:masterClrMapping/>
  </p:clrMapOvr>
  <p:transition spd="med" advClick="1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Danh</dc:creator>
  <cp:lastModifiedBy>Danh</cp:lastModifiedBy>
  <cp:revision>1</cp:revision>
  <dcterms:created xsi:type="dcterms:W3CDTF">2026-08-27T12:46:21Z</dcterms:created>
  <dcterms:modified xsi:type="dcterms:W3CDTF">2026-08-27T12:46:21Z</dcterms:modified>
</cp:coreProperties>
</file>