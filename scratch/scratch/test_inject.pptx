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3C3F-A15E-4DAF-8515-4C510A319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43D03-C3EC-4FA0-A5F2-4B90FC2C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CCBB2-6653-4D3E-97BE-DE43DB1C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55BC-CBA6-4283-8E83-1E27D243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91E5-1CE6-4B5C-B2B8-4FE41877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5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5DA1-0713-4649-8F26-80591181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C814-FCE0-4C8E-9548-302CEFB32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6266-36D9-4994-914B-7407D22C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F1C1-1A0A-4BF5-93BD-E3FDEAEF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35F8C-5492-44BE-BB77-45404AED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3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9B4D-6C72-4B9C-A2EC-E837CFAF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3C830-2014-4BB8-8020-55D06DE33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A5A5-0F2A-40D1-A5E0-F932E4C1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6447-3C9F-4B97-881D-B892E074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2F3B-4886-429F-B2A7-00C0851F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3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83FF-4857-496D-869C-9CC7957A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68E3-9D43-4E89-8231-257A52F96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D3589-E182-439B-AA42-240FB701D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7025E-6253-4531-9CD8-DF5E746C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4F5A-04FA-4C8F-8064-6F216556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BECF-285F-4ADE-AADC-922FA5F8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44C2-A669-415E-A31E-3314541C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C7B3-2842-476C-95AE-31C78BE6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505A4-7FE3-4519-BFB3-164525808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BBBE4-3B51-4E33-B385-8FDAA11AD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9BB09-D7FA-4C96-957D-802AB5F33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2F78E-83EA-418B-856D-5A003C46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8DE3A-9E5E-44C1-8E1A-69EBB64C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30C26-59BA-454F-96B2-9878B811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4FB9-63F5-4070-853E-26E11B32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0B131-9C08-4DD4-9411-1CADABD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CF936-FD21-4F1A-8098-C367FE13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391BD-1C48-4039-83F4-CF0891C0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D7358-B6EA-4134-B4CE-FB078EB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AF6CA-C3FB-4709-AD88-C87FE016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487B-EC39-46C9-A42A-3E37C5CE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6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43A0-313D-40CA-AF7D-7737EB7D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68C2-1088-4D8F-9B9D-3BF45FA8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70104-4550-47F6-BA21-8585FA60A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3875-A827-47EC-A10A-93900B58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28AA6-DB1D-4B3A-8B57-C82871C7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FA652-4FF1-4D1F-B207-98625A3F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6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907B-F215-48F9-8285-E8A278AE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43C23-3C08-42BD-9845-BD908F748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57BFC-233A-462A-B7CB-15B3047C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7609B-49EB-4086-A613-30EA3BB6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5C126-9E72-4EE0-9B5E-CA6BF387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8FBBD-931A-4D80-AC4A-1335EAD6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7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5A20-D6F3-44ED-BDF5-AABDDDAA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E165B-B82B-4EDD-B8F6-4B15A106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6D1E2-2E1E-45A7-B709-DC9CE140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758E-DF1A-40AD-B480-2ED7569A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997D-3C77-4820-835C-6A75390C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33B9E-0B4C-48C6-A643-912E50630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79E47-636E-4E16-967A-6C3EB077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360D-6FCD-4E3C-BFAF-BBFF69F9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C9DB-6E48-46A0-A5D7-184C528B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430C0-92CF-4C4F-A248-9AAB138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5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2318B-8FA2-4C8F-884C-093F394A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F5286-DB08-4AEA-AA6E-F7AFF391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DE8D-FC79-4B72-A66F-8EE298A0B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CA2D-1E88-4DFF-822C-09466327B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A9B7-EA59-4B87-9D26-1515CAB24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52500" y="1714500"/>
            <a:ext cx="10287000" cy="1143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4400" b="1">
                <a:solidFill>
                  <a:srgbClr val="38BDF8"/>
                </a:solidFill>
                <a:latin typeface="Segoe UI"/>
              </a:rPr>
              <a:t>GENOFFICE SLIDES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Danh</dc:creator>
  <cp:lastModifiedBy>Danh</cp:lastModifiedBy>
  <cp:revision>1</cp:revision>
  <dcterms:created xsi:type="dcterms:W3CDTF">2026-08-27T12:46:21Z</dcterms:created>
  <dcterms:modified xsi:type="dcterms:W3CDTF">2026-08-27T12:46:21Z</dcterms:modified>
</cp:coreProperties>
</file>